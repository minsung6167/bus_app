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메인 흐름 (왼쪽)
수면모드 흐름 (오른쪽)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2026-05-31T10:12:36Z</dcterms:created>
  <dcterms:modified xsi:type="dcterms:W3CDTF">2026-05-31T10:12:36Z</dcterms:modified>
</cp:coreProperties>
</file>